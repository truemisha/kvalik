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342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ru-RU" altLang="zh-CN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altLang="zh-CN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02E8FB62-966A-49A3-9CC7-0247BB130F5B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44674DF9-960F-4650-9CD0-47104004A2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2195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zh-CN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altLang="zh-CN"/>
              <a:t>Образец текста</a:t>
            </a:r>
          </a:p>
          <a:p>
            <a:pPr lvl="1"/>
            <a:r>
              <a:rPr lang="ru-RU" altLang="zh-CN"/>
              <a:t>Второй уровень</a:t>
            </a:r>
          </a:p>
          <a:p>
            <a:pPr lvl="2"/>
            <a:r>
              <a:rPr lang="ru-RU" altLang="zh-CN"/>
              <a:t>Третий уровень</a:t>
            </a:r>
          </a:p>
          <a:p>
            <a:pPr lvl="3"/>
            <a:r>
              <a:rPr lang="ru-RU" altLang="zh-CN"/>
              <a:t>Четвертый уровень</a:t>
            </a:r>
          </a:p>
          <a:p>
            <a:pPr lvl="4"/>
            <a:r>
              <a:rPr lang="ru-RU" altLang="zh-CN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8FB62-966A-49A3-9CC7-0247BB130F5B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74DF9-960F-4650-9CD0-47104004A2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861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ru-RU" altLang="zh-CN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altLang="zh-CN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2E8FB62-966A-49A3-9CC7-0247BB130F5B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4674DF9-960F-4650-9CD0-47104004A2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3746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zh-CN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ru-RU" altLang="zh-CN"/>
              <a:t>Образец текста</a:t>
            </a:r>
          </a:p>
          <a:p>
            <a:pPr lvl="1"/>
            <a:r>
              <a:rPr lang="ru-RU" altLang="zh-CN"/>
              <a:t>Второй уровень</a:t>
            </a:r>
          </a:p>
          <a:p>
            <a:pPr lvl="2"/>
            <a:r>
              <a:rPr lang="ru-RU" altLang="zh-CN"/>
              <a:t>Третий уровень</a:t>
            </a:r>
          </a:p>
          <a:p>
            <a:pPr lvl="3"/>
            <a:r>
              <a:rPr lang="ru-RU" altLang="zh-CN"/>
              <a:t>Четвертый уровень</a:t>
            </a:r>
          </a:p>
          <a:p>
            <a:pPr lvl="4"/>
            <a:r>
              <a:rPr lang="ru-RU" altLang="zh-CN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ru-RU" altLang="zh-CN"/>
              <a:t>Образец текста</a:t>
            </a:r>
          </a:p>
          <a:p>
            <a:pPr lvl="1"/>
            <a:r>
              <a:rPr lang="ru-RU" altLang="zh-CN"/>
              <a:t>Второй уровень</a:t>
            </a:r>
          </a:p>
          <a:p>
            <a:pPr lvl="2"/>
            <a:r>
              <a:rPr lang="ru-RU" altLang="zh-CN"/>
              <a:t>Третий уровень</a:t>
            </a:r>
          </a:p>
          <a:p>
            <a:pPr lvl="3"/>
            <a:r>
              <a:rPr lang="ru-RU" altLang="zh-CN"/>
              <a:t>Четвертый уровень</a:t>
            </a:r>
          </a:p>
          <a:p>
            <a:pPr lvl="4"/>
            <a:r>
              <a:rPr lang="ru-RU" altLang="zh-CN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8FB62-966A-49A3-9CC7-0247BB130F5B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74DF9-960F-4650-9CD0-47104004A2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0257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ru-RU" altLang="zh-CN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altLang="zh-CN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ru-RU" altLang="zh-CN"/>
              <a:t>Образец текста</a:t>
            </a:r>
          </a:p>
          <a:p>
            <a:pPr lvl="1"/>
            <a:r>
              <a:rPr lang="ru-RU" altLang="zh-CN"/>
              <a:t>Второй уровень</a:t>
            </a:r>
          </a:p>
          <a:p>
            <a:pPr lvl="2"/>
            <a:r>
              <a:rPr lang="ru-RU" altLang="zh-CN"/>
              <a:t>Третий уровень</a:t>
            </a:r>
          </a:p>
          <a:p>
            <a:pPr lvl="3"/>
            <a:r>
              <a:rPr lang="ru-RU" altLang="zh-CN"/>
              <a:t>Четвертый уровень</a:t>
            </a:r>
          </a:p>
          <a:p>
            <a:pPr lvl="4"/>
            <a:r>
              <a:rPr lang="ru-RU" altLang="zh-CN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altLang="zh-CN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ru-RU" altLang="zh-CN"/>
              <a:t>Образец текста</a:t>
            </a:r>
          </a:p>
          <a:p>
            <a:pPr lvl="1"/>
            <a:r>
              <a:rPr lang="ru-RU" altLang="zh-CN"/>
              <a:t>Второй уровень</a:t>
            </a:r>
          </a:p>
          <a:p>
            <a:pPr lvl="2"/>
            <a:r>
              <a:rPr lang="ru-RU" altLang="zh-CN"/>
              <a:t>Третий уровень</a:t>
            </a:r>
          </a:p>
          <a:p>
            <a:pPr lvl="3"/>
            <a:r>
              <a:rPr lang="ru-RU" altLang="zh-CN"/>
              <a:t>Четвертый уровень</a:t>
            </a:r>
          </a:p>
          <a:p>
            <a:pPr lvl="4"/>
            <a:r>
              <a:rPr lang="ru-RU" altLang="zh-CN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8FB62-966A-49A3-9CC7-0247BB130F5B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74DF9-960F-4650-9CD0-47104004A2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8790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zh-CN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8FB62-966A-49A3-9CC7-0247BB130F5B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74DF9-960F-4650-9CD0-47104004A2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9510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8FB62-966A-49A3-9CC7-0247BB130F5B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74DF9-960F-4650-9CD0-47104004A2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0154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 altLang="zh-CN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ru-RU" altLang="zh-CN"/>
              <a:t>Образец текста</a:t>
            </a:r>
          </a:p>
          <a:p>
            <a:pPr lvl="1"/>
            <a:r>
              <a:rPr lang="ru-RU" altLang="zh-CN"/>
              <a:t>Второй уровень</a:t>
            </a:r>
          </a:p>
          <a:p>
            <a:pPr lvl="2"/>
            <a:r>
              <a:rPr lang="ru-RU" altLang="zh-CN"/>
              <a:t>Третий уровень</a:t>
            </a:r>
          </a:p>
          <a:p>
            <a:pPr lvl="3"/>
            <a:r>
              <a:rPr lang="ru-RU" altLang="zh-CN"/>
              <a:t>Четвертый уровень</a:t>
            </a:r>
          </a:p>
          <a:p>
            <a:pPr lvl="4"/>
            <a:r>
              <a:rPr lang="ru-RU" altLang="zh-CN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altLang="zh-CN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8FB62-966A-49A3-9CC7-0247BB130F5B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74DF9-960F-4650-9CD0-47104004A2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6782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 altLang="zh-CN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altLang="zh-CN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altLang="zh-CN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8FB62-966A-49A3-9CC7-0247BB130F5B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74DF9-960F-4650-9CD0-47104004A2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2076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 altLang="zh-CN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altLang="zh-CN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altLang="zh-CN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8FB62-966A-49A3-9CC7-0247BB130F5B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74DF9-960F-4650-9CD0-47104004A2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3675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 altLang="zh-CN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altLang="zh-CN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2E8FB62-966A-49A3-9CC7-0247BB130F5B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4674DF9-960F-4650-9CD0-47104004A2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51538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 altLang="zh-CN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altLang="zh-CN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altLang="zh-CN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2E8FB62-966A-49A3-9CC7-0247BB130F5B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4674DF9-960F-4650-9CD0-47104004A2E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882777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 altLang="zh-CN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altLang="zh-CN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2E8FB62-966A-49A3-9CC7-0247BB130F5B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4674DF9-960F-4650-9CD0-47104004A2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55599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ru-RU" altLang="zh-CN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altLang="zh-CN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altLang="zh-CN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altLang="zh-CN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altLang="zh-CN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altLang="zh-CN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altLang="zh-CN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8FB62-966A-49A3-9CC7-0247BB130F5B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74DF9-960F-4650-9CD0-47104004A2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69958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ru-RU" altLang="zh-CN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altLang="zh-CN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altLang="zh-CN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altLang="zh-CN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altLang="zh-CN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altLang="zh-CN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altLang="zh-CN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altLang="zh-CN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altLang="zh-CN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altLang="zh-CN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8FB62-966A-49A3-9CC7-0247BB130F5B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74DF9-960F-4650-9CD0-47104004A2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87954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zh-CN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ru-RU" altLang="zh-CN"/>
              <a:t>Образец текста</a:t>
            </a:r>
          </a:p>
          <a:p>
            <a:pPr lvl="1"/>
            <a:r>
              <a:rPr lang="ru-RU" altLang="zh-CN"/>
              <a:t>Второй уровень</a:t>
            </a:r>
          </a:p>
          <a:p>
            <a:pPr lvl="2"/>
            <a:r>
              <a:rPr lang="ru-RU" altLang="zh-CN"/>
              <a:t>Третий уровень</a:t>
            </a:r>
          </a:p>
          <a:p>
            <a:pPr lvl="3"/>
            <a:r>
              <a:rPr lang="ru-RU" altLang="zh-CN"/>
              <a:t>Четвертый уровень</a:t>
            </a:r>
          </a:p>
          <a:p>
            <a:pPr lvl="4"/>
            <a:r>
              <a:rPr lang="ru-RU" altLang="zh-CN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8FB62-966A-49A3-9CC7-0247BB130F5B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74DF9-960F-4650-9CD0-47104004A2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4959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 altLang="zh-CN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ru-RU" altLang="zh-CN"/>
              <a:t>Образец текста</a:t>
            </a:r>
          </a:p>
          <a:p>
            <a:pPr lvl="1"/>
            <a:r>
              <a:rPr lang="ru-RU" altLang="zh-CN"/>
              <a:t>Второй уровень</a:t>
            </a:r>
          </a:p>
          <a:p>
            <a:pPr lvl="2"/>
            <a:r>
              <a:rPr lang="ru-RU" altLang="zh-CN"/>
              <a:t>Третий уровень</a:t>
            </a:r>
          </a:p>
          <a:p>
            <a:pPr lvl="3"/>
            <a:r>
              <a:rPr lang="ru-RU" altLang="zh-CN"/>
              <a:t>Четвертый уровень</a:t>
            </a:r>
          </a:p>
          <a:p>
            <a:pPr lvl="4"/>
            <a:r>
              <a:rPr lang="ru-RU" altLang="zh-CN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2E8FB62-966A-49A3-9CC7-0247BB130F5B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4674DF9-960F-4650-9CD0-47104004A2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429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altLang="zh-CN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altLang="zh-CN"/>
              <a:t>Образец текста</a:t>
            </a:r>
          </a:p>
          <a:p>
            <a:pPr lvl="1"/>
            <a:r>
              <a:rPr lang="ru-RU" altLang="zh-CN"/>
              <a:t>Второй уровень</a:t>
            </a:r>
          </a:p>
          <a:p>
            <a:pPr lvl="2"/>
            <a:r>
              <a:rPr lang="ru-RU" altLang="zh-CN"/>
              <a:t>Третий уровень</a:t>
            </a:r>
          </a:p>
          <a:p>
            <a:pPr lvl="3"/>
            <a:r>
              <a:rPr lang="ru-RU" altLang="zh-CN"/>
              <a:t>Четвертый уровень</a:t>
            </a:r>
          </a:p>
          <a:p>
            <a:pPr lvl="4"/>
            <a:r>
              <a:rPr lang="ru-RU" altLang="zh-CN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E8FB62-966A-49A3-9CC7-0247BB130F5B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674DF9-960F-4650-9CD0-47104004A2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14208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E40050-F0B8-4A92-B7FB-76738894FD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altLang="zh-CN" dirty="0"/>
              <a:t>Приложение крестики-нолики</a:t>
            </a:r>
            <a:endParaRPr lang="zh-CN" alt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A20105B-57D3-4936-89C0-3F6471CE81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altLang="zh-CN" dirty="0"/>
              <a:t>Трусов Михаил 402-ИС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0290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D2F669-EC06-4446-A1B4-D2D1404A2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zh-CN" dirty="0"/>
              <a:t>Крестики-нолики</a:t>
            </a:r>
            <a:endParaRPr lang="zh-CN" altLang="en-US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EEA4794-919F-4B9B-83A7-DA36AA0361A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l="13566" r="13566"/>
          <a:stretch/>
        </p:blipFill>
        <p:spPr/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9E81B246-39A7-48C1-A83D-E096A697107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altLang="zh-CN" dirty="0"/>
              <a:t>Классическая игра «Крестики-Нолики» (</a:t>
            </a:r>
            <a:r>
              <a:rPr lang="ru-RU" altLang="zh-CN" dirty="0" err="1"/>
              <a:t>Tic</a:t>
            </a:r>
            <a:r>
              <a:rPr lang="ru-RU" altLang="zh-CN" dirty="0"/>
              <a:t> </a:t>
            </a:r>
            <a:r>
              <a:rPr lang="ru-RU" altLang="zh-CN" dirty="0" err="1"/>
              <a:t>Tac</a:t>
            </a:r>
            <a:r>
              <a:rPr lang="ru-RU" altLang="zh-CN" dirty="0"/>
              <a:t> </a:t>
            </a:r>
            <a:r>
              <a:rPr lang="ru-RU" altLang="zh-CN" dirty="0" err="1"/>
              <a:t>Toe</a:t>
            </a:r>
            <a:r>
              <a:rPr lang="ru-RU" altLang="zh-CN" dirty="0"/>
              <a:t>) 3×3</a:t>
            </a:r>
          </a:p>
          <a:p>
            <a:r>
              <a:rPr lang="ru-RU" altLang="zh-CN" dirty="0"/>
              <a:t>Разработана на </a:t>
            </a:r>
            <a:r>
              <a:rPr lang="ru-RU" altLang="zh-CN" dirty="0" err="1"/>
              <a:t>Jetpack</a:t>
            </a:r>
            <a:r>
              <a:rPr lang="ru-RU" altLang="zh-CN" dirty="0"/>
              <a:t> </a:t>
            </a:r>
            <a:r>
              <a:rPr lang="ru-RU" altLang="zh-CN" dirty="0" err="1"/>
              <a:t>Compose</a:t>
            </a:r>
            <a:r>
              <a:rPr lang="ru-RU" altLang="zh-CN" dirty="0"/>
              <a:t> (современный UI-фреймворк </a:t>
            </a:r>
            <a:r>
              <a:rPr lang="ru-RU" altLang="zh-CN" dirty="0" err="1"/>
              <a:t>Android</a:t>
            </a:r>
            <a:r>
              <a:rPr lang="ru-RU" altLang="zh-CN" dirty="0"/>
              <a:t>)</a:t>
            </a:r>
          </a:p>
          <a:p>
            <a:r>
              <a:rPr lang="ru-RU" altLang="zh-CN" dirty="0"/>
              <a:t>Язык: </a:t>
            </a:r>
            <a:r>
              <a:rPr lang="ru-RU" altLang="zh-CN" dirty="0" err="1"/>
              <a:t>Kotlin</a:t>
            </a:r>
            <a:endParaRPr lang="ru-RU" altLang="zh-CN" dirty="0"/>
          </a:p>
          <a:p>
            <a:r>
              <a:rPr lang="ru-RU" altLang="zh-CN" dirty="0"/>
              <a:t>Функция сброса игры и отслеживание хода игроков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7166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192010-3145-46B5-96F9-211B51862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zh-CN" dirty="0"/>
              <a:t>Крестики-нолики</a:t>
            </a:r>
            <a:endParaRPr lang="zh-CN" alt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A3B8BC01-8A8E-42F6-84C7-633CA2040F2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884470" y="2193925"/>
            <a:ext cx="2936660" cy="4024313"/>
          </a:xfrm>
        </p:spPr>
      </p:pic>
      <p:pic>
        <p:nvPicPr>
          <p:cNvPr id="7" name="Объект 5">
            <a:extLst>
              <a:ext uri="{FF2B5EF4-FFF2-40B4-BE49-F238E27FC236}">
                <a16:creationId xmlns:a16="http://schemas.microsoft.com/office/drawing/2014/main" id="{DDF462E2-2CD6-4A75-847D-8E459404276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394043" y="2193925"/>
            <a:ext cx="2890314" cy="4024313"/>
          </a:xfrm>
        </p:spPr>
      </p:pic>
    </p:spTree>
    <p:extLst>
      <p:ext uri="{BB962C8B-B14F-4D97-AF65-F5344CB8AC3E}">
        <p14:creationId xmlns:p14="http://schemas.microsoft.com/office/powerpoint/2010/main" val="2502018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61D213-BE75-44DB-BBA6-AE5ABF1D7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93FF6225-4583-45E7-8AB8-77102B3C117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1999" cy="685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120806"/>
      </p:ext>
    </p:extLst>
  </p:cSld>
  <p:clrMapOvr>
    <a:masterClrMapping/>
  </p:clrMapOvr>
</p:sld>
</file>

<file path=ppt/theme/theme1.xml><?xml version="1.0" encoding="utf-8"?>
<a:theme xmlns:a="http://schemas.openxmlformats.org/drawingml/2006/main" name="След самолета">
  <a:themeElements>
    <a:clrScheme name="След самолета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След самолета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лед самолета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TM04033937[[fn=След самолета]]</Template>
  <TotalTime>8</TotalTime>
  <Words>37</Words>
  <Application>Microsoft Office PowerPoint</Application>
  <PresentationFormat>Широкоэкранный</PresentationFormat>
  <Paragraphs>8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7" baseType="lpstr">
      <vt:lpstr>Arial</vt:lpstr>
      <vt:lpstr>Century Gothic</vt:lpstr>
      <vt:lpstr>След самолета</vt:lpstr>
      <vt:lpstr>Приложение крестики-нолики</vt:lpstr>
      <vt:lpstr>Крестики-нолики</vt:lpstr>
      <vt:lpstr>Крестики-нолики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Приложение крестики-нолики</dc:title>
  <dc:creator>Михаил Трусов</dc:creator>
  <cp:lastModifiedBy>Михаил Трусов</cp:lastModifiedBy>
  <cp:revision>1</cp:revision>
  <dcterms:created xsi:type="dcterms:W3CDTF">2025-12-24T22:34:44Z</dcterms:created>
  <dcterms:modified xsi:type="dcterms:W3CDTF">2025-12-24T22:43:00Z</dcterms:modified>
</cp:coreProperties>
</file>